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Language Detection Using Python and Machine Learning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Presented by: Sahil Hans</a:t>
            </a:r>
          </a:p>
          <a:p>
            <a:r>
              <a:t>Machine Learning Project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Abstract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Automatic language detection using NLP and Machine Learning.</a:t>
            </a:r>
          </a:p>
          <a:p>
            <a:pPr>
              <a:defRPr sz="2000"/>
            </a:pPr>
            <a:r>
              <a:t>Uses Python, Pandas, NumPy, and Scikit-learn.</a:t>
            </a:r>
          </a:p>
          <a:p>
            <a:pPr>
              <a:defRPr sz="2000"/>
            </a:pPr>
            <a:r>
              <a:t>CountVectorizer converts text into numerical data.</a:t>
            </a:r>
          </a:p>
          <a:p>
            <a:pPr>
              <a:defRPr sz="2000"/>
            </a:pPr>
            <a:r>
              <a:t>Multinomial Naive Bayes predicts language accurately.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Language detection identifies the language of text.</a:t>
            </a:r>
          </a:p>
          <a:p>
            <a:pPr>
              <a:defRPr sz="2000"/>
            </a:pPr>
            <a:r>
              <a:t>Useful in chatbots, translation systems, and search engines.</a:t>
            </a:r>
          </a:p>
          <a:p>
            <a:pPr>
              <a:defRPr sz="2000"/>
            </a:pPr>
            <a:r>
              <a:t>Machine Learning automates language identification efficiently.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Build a machine learning model for language detection.</a:t>
            </a:r>
          </a:p>
          <a:p>
            <a:pPr>
              <a:defRPr sz="2000"/>
            </a:pPr>
            <a:r>
              <a:t>Preprocess and analyze text data.</a:t>
            </a:r>
          </a:p>
          <a:p>
            <a:pPr>
              <a:defRPr sz="2000"/>
            </a:pPr>
            <a:r>
              <a:t>Train and test the Naive Bayes model.</a:t>
            </a:r>
          </a:p>
          <a:p>
            <a:pPr>
              <a:defRPr sz="2000"/>
            </a:pPr>
            <a:r>
              <a:t>Predict language from user input text.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 and Technologies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Python</a:t>
            </a:r>
          </a:p>
          <a:p>
            <a:pPr>
              <a:defRPr sz="2000"/>
            </a:pPr>
            <a:r>
              <a:t>NumPy</a:t>
            </a:r>
          </a:p>
          <a:p>
            <a:pPr>
              <a:defRPr sz="2000"/>
            </a:pPr>
            <a:r>
              <a:t>Pandas</a:t>
            </a:r>
          </a:p>
          <a:p>
            <a:pPr>
              <a:defRPr sz="2000"/>
            </a:pPr>
            <a:r>
              <a:t>Scikit-learn</a:t>
            </a:r>
          </a:p>
          <a:p>
            <a:pPr>
              <a:defRPr sz="2000"/>
            </a:pPr>
            <a:r>
              <a:t>CountVectorizer</a:t>
            </a:r>
          </a:p>
          <a:p>
            <a:pPr>
              <a:defRPr sz="2000"/>
            </a:pPr>
            <a:r>
              <a:t>MultinomialNB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Description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Dataset file: language.csv</a:t>
            </a:r>
          </a:p>
          <a:p>
            <a:pPr>
              <a:defRPr sz="2000"/>
            </a:pPr>
            <a:r>
              <a:t>Contains text samples and language labels.</a:t>
            </a:r>
          </a:p>
          <a:p>
            <a:pPr>
              <a:defRPr sz="2000"/>
            </a:pPr>
            <a:r>
              <a:t>Columns: Text and Language.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Code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Import libraries</a:t>
            </a:r>
          </a:p>
          <a:p>
            <a:pPr>
              <a:defRPr sz="2000"/>
            </a:pPr>
            <a:r>
              <a:t>Load dataset</a:t>
            </a:r>
          </a:p>
          <a:p>
            <a:pPr>
              <a:defRPr sz="2000"/>
            </a:pPr>
            <a:r>
              <a:t>Convert text into vectors</a:t>
            </a:r>
          </a:p>
          <a:p>
            <a:pPr>
              <a:defRPr sz="2000"/>
            </a:pPr>
            <a:r>
              <a:t>Train model</a:t>
            </a:r>
          </a:p>
          <a:p>
            <a:pPr>
              <a:defRPr sz="2000"/>
            </a:pPr>
            <a:r>
              <a:t>Predict language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Fast and accurate</a:t>
            </a:r>
          </a:p>
          <a:p>
            <a:pPr>
              <a:defRPr sz="2000"/>
            </a:pPr>
            <a:r>
              <a:t>Easy implementation</a:t>
            </a:r>
          </a:p>
          <a:p>
            <a:pPr>
              <a:defRPr sz="2000"/>
            </a:pPr>
            <a:r>
              <a:t>Useful for multilingual systems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Google Translate</a:t>
            </a:r>
          </a:p>
          <a:p>
            <a:pPr>
              <a:defRPr sz="2000"/>
            </a:pPr>
            <a:r>
              <a:t>Chatbots</a:t>
            </a:r>
          </a:p>
          <a:p>
            <a:pPr>
              <a:defRPr sz="2000"/>
            </a:pPr>
            <a:r>
              <a:t>Search Engines</a:t>
            </a:r>
          </a:p>
          <a:p>
            <a:pPr>
              <a:defRPr sz="2000"/>
            </a:pPr>
            <a:r>
              <a:t>Social Media Platforms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Language detection successfully implemented using Machine Learning.</a:t>
            </a:r>
          </a:p>
          <a:p>
            <a:pPr>
              <a:defRPr sz="2000"/>
            </a:pPr>
            <a:r>
              <a:t>Useful real-world NLP application.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Questions and Answers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